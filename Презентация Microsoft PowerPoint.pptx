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73" d="100"/>
          <a:sy n="73" d="100"/>
        </p:scale>
        <p:origin x="774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 smtClean="0"/>
              <a:t>Образец подзаголовка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66345B-FB60-439D-95BC-6CB909FAC733}" type="datetimeFigureOut">
              <a:rPr lang="ru-RU" smtClean="0"/>
              <a:t>14.05.2026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391D04-43E6-4366-8D6A-D6C522760DE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4485774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66345B-FB60-439D-95BC-6CB909FAC733}" type="datetimeFigureOut">
              <a:rPr lang="ru-RU" smtClean="0"/>
              <a:t>14.05.2026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391D04-43E6-4366-8D6A-D6C522760DE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4666290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66345B-FB60-439D-95BC-6CB909FAC733}" type="datetimeFigureOut">
              <a:rPr lang="ru-RU" smtClean="0"/>
              <a:t>14.05.2026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391D04-43E6-4366-8D6A-D6C522760DE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3920222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66345B-FB60-439D-95BC-6CB909FAC733}" type="datetimeFigureOut">
              <a:rPr lang="ru-RU" smtClean="0"/>
              <a:t>14.05.2026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391D04-43E6-4366-8D6A-D6C522760DE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7392797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66345B-FB60-439D-95BC-6CB909FAC733}" type="datetimeFigureOut">
              <a:rPr lang="ru-RU" smtClean="0"/>
              <a:t>14.05.2026</a:t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391D04-43E6-4366-8D6A-D6C522760DE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7612871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66345B-FB60-439D-95BC-6CB909FAC733}" type="datetimeFigureOut">
              <a:rPr lang="ru-RU" smtClean="0"/>
              <a:t>14.05.2026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391D04-43E6-4366-8D6A-D6C522760DE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6740128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66345B-FB60-439D-95BC-6CB909FAC733}" type="datetimeFigureOut">
              <a:rPr lang="ru-RU" smtClean="0"/>
              <a:t>14.05.2026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391D04-43E6-4366-8D6A-D6C522760DE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5074521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66345B-FB60-439D-95BC-6CB909FAC733}" type="datetimeFigureOut">
              <a:rPr lang="ru-RU" smtClean="0"/>
              <a:t>14.05.2026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391D04-43E6-4366-8D6A-D6C522760DE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9092656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66345B-FB60-439D-95BC-6CB909FAC733}" type="datetimeFigureOut">
              <a:rPr lang="ru-RU" smtClean="0"/>
              <a:t>14.05.2026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391D04-43E6-4366-8D6A-D6C522760DE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642793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66345B-FB60-439D-95BC-6CB909FAC733}" type="datetimeFigureOut">
              <a:rPr lang="ru-RU" smtClean="0"/>
              <a:t>14.05.2026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391D04-43E6-4366-8D6A-D6C522760DE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5909905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66345B-FB60-439D-95BC-6CB909FAC733}" type="datetimeFigureOut">
              <a:rPr lang="ru-RU" smtClean="0"/>
              <a:t>14.05.2026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391D04-43E6-4366-8D6A-D6C522760DE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0505752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966345B-FB60-439D-95BC-6CB909FAC733}" type="datetimeFigureOut">
              <a:rPr lang="ru-RU" smtClean="0"/>
              <a:t>14.05.2026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7391D04-43E6-4366-8D6A-D6C522760DE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757180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ru-RU" sz="4800" dirty="0" smtClean="0"/>
              <a:t>Проект по </a:t>
            </a:r>
            <a:r>
              <a:rPr lang="en-US" sz="4800" dirty="0" smtClean="0"/>
              <a:t>WEB</a:t>
            </a:r>
            <a:r>
              <a:rPr lang="ru-RU" sz="4800" dirty="0" smtClean="0"/>
              <a:t> </a:t>
            </a:r>
            <a:r>
              <a:rPr lang="en-US" sz="3200" dirty="0" smtClean="0"/>
              <a:t>“</a:t>
            </a:r>
            <a:r>
              <a:rPr lang="ru-RU" sz="3200" dirty="0" err="1" smtClean="0"/>
              <a:t>Закос</a:t>
            </a:r>
            <a:r>
              <a:rPr lang="ru-RU" sz="3200" dirty="0" smtClean="0"/>
              <a:t> под сайт доставки</a:t>
            </a:r>
            <a:r>
              <a:rPr lang="en-US" sz="3200" dirty="0" smtClean="0"/>
              <a:t>”</a:t>
            </a:r>
            <a:endParaRPr lang="ru-RU" sz="3200" dirty="0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ru-RU" dirty="0" err="1" smtClean="0"/>
              <a:t>Зяблицев</a:t>
            </a:r>
            <a:r>
              <a:rPr lang="ru-RU" dirty="0" smtClean="0"/>
              <a:t> Давид Константинович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71217027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Идея: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 smtClean="0"/>
              <a:t>Создать сервис для заказа доставки да и просто что-то интересное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75605891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Решает задачи: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 smtClean="0"/>
              <a:t>Да ничего нового не решает (помимо сдачи проекта)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30632998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Структура: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 smtClean="0"/>
              <a:t>5 </a:t>
            </a:r>
            <a:r>
              <a:rPr lang="en-US" dirty="0" smtClean="0"/>
              <a:t>ORM</a:t>
            </a:r>
            <a:r>
              <a:rPr lang="ru-RU" dirty="0" smtClean="0"/>
              <a:t> моделей</a:t>
            </a:r>
            <a:r>
              <a:rPr lang="en-US" dirty="0" smtClean="0"/>
              <a:t>: User, Product, Cart, Order, Eatery</a:t>
            </a:r>
            <a:endParaRPr lang="ru-RU" dirty="0" smtClean="0"/>
          </a:p>
          <a:p>
            <a:r>
              <a:rPr lang="ru-RU" dirty="0" smtClean="0"/>
              <a:t>6 </a:t>
            </a:r>
            <a:r>
              <a:rPr lang="en-US" dirty="0" err="1" smtClean="0"/>
              <a:t>FlaskForm</a:t>
            </a:r>
            <a:r>
              <a:rPr lang="en-US" dirty="0" smtClean="0"/>
              <a:t>: </a:t>
            </a:r>
            <a:r>
              <a:rPr lang="en-US" dirty="0" err="1" smtClean="0"/>
              <a:t>RegisterForm</a:t>
            </a:r>
            <a:r>
              <a:rPr lang="en-US" dirty="0" smtClean="0"/>
              <a:t>, </a:t>
            </a:r>
            <a:r>
              <a:rPr lang="en-US" dirty="0" err="1" smtClean="0"/>
              <a:t>LoginForm</a:t>
            </a:r>
            <a:r>
              <a:rPr lang="en-US" dirty="0" smtClean="0"/>
              <a:t>, </a:t>
            </a:r>
            <a:r>
              <a:rPr lang="en-US" dirty="0" err="1" smtClean="0"/>
              <a:t>CreateOrderForm</a:t>
            </a:r>
            <a:r>
              <a:rPr lang="en-US" dirty="0" smtClean="0"/>
              <a:t>, </a:t>
            </a:r>
            <a:r>
              <a:rPr lang="en-US" dirty="0" err="1" smtClean="0"/>
              <a:t>AddAddressForm</a:t>
            </a:r>
            <a:r>
              <a:rPr lang="en-US" dirty="0" smtClean="0"/>
              <a:t>, </a:t>
            </a:r>
            <a:r>
              <a:rPr lang="en-US" dirty="0" err="1" smtClean="0"/>
              <a:t>AddProductForm</a:t>
            </a:r>
            <a:r>
              <a:rPr lang="en-US" dirty="0" smtClean="0"/>
              <a:t>, </a:t>
            </a:r>
            <a:r>
              <a:rPr lang="en-US" dirty="0" err="1" smtClean="0"/>
              <a:t>CurrierSelectionForm</a:t>
            </a:r>
            <a:endParaRPr lang="en-US" dirty="0" smtClean="0"/>
          </a:p>
          <a:p>
            <a:r>
              <a:rPr lang="ru-RU" dirty="0" smtClean="0"/>
              <a:t>12 </a:t>
            </a:r>
            <a:r>
              <a:rPr lang="en-US" dirty="0" smtClean="0"/>
              <a:t>html</a:t>
            </a:r>
            <a:r>
              <a:rPr lang="ru-RU" dirty="0" smtClean="0"/>
              <a:t> файлов</a:t>
            </a:r>
          </a:p>
          <a:p>
            <a:r>
              <a:rPr lang="ru-RU" dirty="0" smtClean="0"/>
              <a:t>3 ресурса </a:t>
            </a:r>
            <a:r>
              <a:rPr lang="en-US" dirty="0" smtClean="0"/>
              <a:t>REST-API</a:t>
            </a:r>
            <a:r>
              <a:rPr lang="ru-RU" dirty="0" smtClean="0"/>
              <a:t> для </a:t>
            </a:r>
            <a:r>
              <a:rPr lang="en-US" dirty="0" smtClean="0"/>
              <a:t>User, Order, Product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92157600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Технологии использовались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 smtClean="0"/>
              <a:t>sqlalchemy</a:t>
            </a:r>
            <a:endParaRPr lang="en-US" dirty="0" smtClean="0"/>
          </a:p>
          <a:p>
            <a:r>
              <a:rPr lang="en-US" dirty="0" smtClean="0"/>
              <a:t>Flask </a:t>
            </a:r>
            <a:r>
              <a:rPr lang="ru-RU" dirty="0" smtClean="0"/>
              <a:t>с </a:t>
            </a:r>
            <a:r>
              <a:rPr lang="ru-RU" dirty="0" err="1" smtClean="0"/>
              <a:t>аддонами</a:t>
            </a:r>
            <a:endParaRPr lang="ru-RU" dirty="0" smtClean="0"/>
          </a:p>
          <a:p>
            <a:r>
              <a:rPr lang="en-US" dirty="0" smtClean="0"/>
              <a:t>requests</a:t>
            </a:r>
          </a:p>
          <a:p>
            <a:r>
              <a:rPr lang="en-US" dirty="0" err="1" smtClean="0"/>
              <a:t>DateTime</a:t>
            </a:r>
            <a:endParaRPr lang="en-US" dirty="0" smtClean="0"/>
          </a:p>
          <a:p>
            <a:r>
              <a:rPr lang="en-US" dirty="0" smtClean="0"/>
              <a:t>waitress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52625466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Вывод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ru-RU" dirty="0" smtClean="0"/>
              <a:t>Проект сырой</a:t>
            </a:r>
          </a:p>
          <a:p>
            <a:pPr marL="0" indent="0">
              <a:buNone/>
            </a:pPr>
            <a:r>
              <a:rPr lang="ru-RU" dirty="0" smtClean="0"/>
              <a:t>Имеется большой простор для доработки от дизайна и логики сайта до логики сервера, хост на сервере</a:t>
            </a:r>
          </a:p>
          <a:p>
            <a:pPr marL="0" indent="0">
              <a:buNone/>
            </a:pPr>
            <a:r>
              <a:rPr lang="ru-RU" dirty="0" smtClean="0"/>
              <a:t>Развитие – это продать кому-нибудь за пару деревянных а он доделает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094477389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</TotalTime>
  <Words>118</Words>
  <Application>Microsoft Office PowerPoint</Application>
  <PresentationFormat>Широкоэкранный</PresentationFormat>
  <Paragraphs>21</Paragraphs>
  <Slides>6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6</vt:i4>
      </vt:variant>
    </vt:vector>
  </HeadingPairs>
  <TitlesOfParts>
    <vt:vector size="10" baseType="lpstr">
      <vt:lpstr>Arial</vt:lpstr>
      <vt:lpstr>Calibri</vt:lpstr>
      <vt:lpstr>Calibri Light</vt:lpstr>
      <vt:lpstr>Тема Office</vt:lpstr>
      <vt:lpstr>Проект по WEB “Закос под сайт доставки”</vt:lpstr>
      <vt:lpstr>Идея:</vt:lpstr>
      <vt:lpstr>Решает задачи:</vt:lpstr>
      <vt:lpstr>Структура:</vt:lpstr>
      <vt:lpstr>Технологии использовались</vt:lpstr>
      <vt:lpstr>Вывод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Веб-сервис доставки</dc:title>
  <dc:creator>Пользователь</dc:creator>
  <cp:lastModifiedBy>Пользователь</cp:lastModifiedBy>
  <cp:revision>3</cp:revision>
  <dcterms:created xsi:type="dcterms:W3CDTF">2026-05-13T22:26:49Z</dcterms:created>
  <dcterms:modified xsi:type="dcterms:W3CDTF">2026-05-13T22:44:29Z</dcterms:modified>
</cp:coreProperties>
</file>