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6345B-FB60-439D-95BC-6CB909FAC733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91D04-43E6-4366-8D6A-D6C522760D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4857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6345B-FB60-439D-95BC-6CB909FAC733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91D04-43E6-4366-8D6A-D6C522760D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6662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6345B-FB60-439D-95BC-6CB909FAC733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91D04-43E6-4366-8D6A-D6C522760D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9202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6345B-FB60-439D-95BC-6CB909FAC733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91D04-43E6-4366-8D6A-D6C522760D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3927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6345B-FB60-439D-95BC-6CB909FAC733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91D04-43E6-4366-8D6A-D6C522760D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128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6345B-FB60-439D-95BC-6CB909FAC733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91D04-43E6-4366-8D6A-D6C522760D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7401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6345B-FB60-439D-95BC-6CB909FAC733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91D04-43E6-4366-8D6A-D6C522760D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0745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6345B-FB60-439D-95BC-6CB909FAC733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91D04-43E6-4366-8D6A-D6C522760D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0926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6345B-FB60-439D-95BC-6CB909FAC733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91D04-43E6-4366-8D6A-D6C522760D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4279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6345B-FB60-439D-95BC-6CB909FAC733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91D04-43E6-4366-8D6A-D6C522760D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9099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6345B-FB60-439D-95BC-6CB909FAC733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91D04-43E6-4366-8D6A-D6C522760D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5057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66345B-FB60-439D-95BC-6CB909FAC733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391D04-43E6-4366-8D6A-D6C522760D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5718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4800" dirty="0"/>
              <a:t>Проект по </a:t>
            </a:r>
            <a:r>
              <a:rPr lang="en-US" sz="4800" dirty="0"/>
              <a:t>WEB</a:t>
            </a:r>
            <a:endParaRPr lang="ru-RU" sz="3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err="1"/>
              <a:t>Зяблицев</a:t>
            </a:r>
            <a:r>
              <a:rPr lang="ru-RU" dirty="0"/>
              <a:t> Давид Константинович</a:t>
            </a:r>
          </a:p>
        </p:txBody>
      </p:sp>
    </p:spTree>
    <p:extLst>
      <p:ext uri="{BB962C8B-B14F-4D97-AF65-F5344CB8AC3E}">
        <p14:creationId xmlns:p14="http://schemas.microsoft.com/office/powerpoint/2010/main" val="2712170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Создать сервис для заказа доставки да и просто что-то интересное</a:t>
            </a:r>
          </a:p>
        </p:txBody>
      </p:sp>
    </p:spTree>
    <p:extLst>
      <p:ext uri="{BB962C8B-B14F-4D97-AF65-F5344CB8AC3E}">
        <p14:creationId xmlns:p14="http://schemas.microsoft.com/office/powerpoint/2010/main" val="1756058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Решает задачи: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Да ничего нового не решает (помимо сдачи проекта)</a:t>
            </a:r>
          </a:p>
        </p:txBody>
      </p:sp>
    </p:spTree>
    <p:extLst>
      <p:ext uri="{BB962C8B-B14F-4D97-AF65-F5344CB8AC3E}">
        <p14:creationId xmlns:p14="http://schemas.microsoft.com/office/powerpoint/2010/main" val="1306329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5 </a:t>
            </a:r>
            <a:r>
              <a:rPr lang="en-US" dirty="0"/>
              <a:t>ORM</a:t>
            </a:r>
            <a:r>
              <a:rPr lang="ru-RU" dirty="0"/>
              <a:t> моделей</a:t>
            </a:r>
            <a:r>
              <a:rPr lang="en-US" dirty="0"/>
              <a:t>: User, Product, Cart, Order, Eatery</a:t>
            </a:r>
            <a:endParaRPr lang="ru-RU" dirty="0"/>
          </a:p>
          <a:p>
            <a:r>
              <a:rPr lang="ru-RU" dirty="0"/>
              <a:t>6 </a:t>
            </a:r>
            <a:r>
              <a:rPr lang="en-US" dirty="0" err="1"/>
              <a:t>FlaskForm</a:t>
            </a:r>
            <a:r>
              <a:rPr lang="en-US" dirty="0"/>
              <a:t>: </a:t>
            </a:r>
            <a:r>
              <a:rPr lang="en-US" dirty="0" err="1"/>
              <a:t>RegisterForm</a:t>
            </a:r>
            <a:r>
              <a:rPr lang="en-US" dirty="0"/>
              <a:t>, </a:t>
            </a:r>
            <a:r>
              <a:rPr lang="en-US" dirty="0" err="1"/>
              <a:t>LoginForm</a:t>
            </a:r>
            <a:r>
              <a:rPr lang="en-US" dirty="0"/>
              <a:t>, </a:t>
            </a:r>
            <a:r>
              <a:rPr lang="en-US" dirty="0" err="1"/>
              <a:t>CreateOrderForm</a:t>
            </a:r>
            <a:r>
              <a:rPr lang="en-US" dirty="0"/>
              <a:t>, </a:t>
            </a:r>
            <a:r>
              <a:rPr lang="en-US" dirty="0" err="1"/>
              <a:t>AddAddressForm</a:t>
            </a:r>
            <a:r>
              <a:rPr lang="en-US" dirty="0"/>
              <a:t>, </a:t>
            </a:r>
            <a:r>
              <a:rPr lang="en-US" dirty="0" err="1"/>
              <a:t>AddProductForm</a:t>
            </a:r>
            <a:r>
              <a:rPr lang="en-US" dirty="0"/>
              <a:t>, </a:t>
            </a:r>
            <a:r>
              <a:rPr lang="en-US" dirty="0" err="1"/>
              <a:t>CurrierSelectionForm</a:t>
            </a:r>
            <a:endParaRPr lang="en-US" dirty="0"/>
          </a:p>
          <a:p>
            <a:r>
              <a:rPr lang="ru-RU" dirty="0"/>
              <a:t>12 </a:t>
            </a:r>
            <a:r>
              <a:rPr lang="en-US" dirty="0"/>
              <a:t>html</a:t>
            </a:r>
            <a:r>
              <a:rPr lang="ru-RU" dirty="0"/>
              <a:t> файлов</a:t>
            </a:r>
          </a:p>
          <a:p>
            <a:r>
              <a:rPr lang="en-US" dirty="0"/>
              <a:t>4</a:t>
            </a:r>
            <a:r>
              <a:rPr lang="ru-RU" dirty="0"/>
              <a:t> ресурса </a:t>
            </a:r>
            <a:r>
              <a:rPr lang="en-US" dirty="0"/>
              <a:t>REST-API</a:t>
            </a:r>
            <a:r>
              <a:rPr lang="ru-RU" dirty="0"/>
              <a:t> для </a:t>
            </a:r>
            <a:r>
              <a:rPr lang="en-US" dirty="0"/>
              <a:t>User, Order, Product, Eatery</a:t>
            </a:r>
          </a:p>
          <a:p>
            <a:r>
              <a:rPr lang="ru-RU" dirty="0"/>
              <a:t>Реализовано хранение </a:t>
            </a:r>
            <a:r>
              <a:rPr lang="en-US" dirty="0"/>
              <a:t>API KEY </a:t>
            </a:r>
            <a:r>
              <a:rPr lang="ru-RU" dirty="0"/>
              <a:t>и</a:t>
            </a:r>
            <a:r>
              <a:rPr lang="en-US" dirty="0"/>
              <a:t> SECRET KEY (flask) </a:t>
            </a:r>
            <a:r>
              <a:rPr lang="ru-RU" dirty="0"/>
              <a:t>в переменной окружения</a:t>
            </a:r>
          </a:p>
        </p:txBody>
      </p:sp>
    </p:spTree>
    <p:extLst>
      <p:ext uri="{BB962C8B-B14F-4D97-AF65-F5344CB8AC3E}">
        <p14:creationId xmlns:p14="http://schemas.microsoft.com/office/powerpoint/2010/main" val="921576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Технологии использовались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sqlalchemy</a:t>
            </a:r>
            <a:endParaRPr lang="en-US" dirty="0"/>
          </a:p>
          <a:p>
            <a:r>
              <a:rPr lang="en-US" dirty="0"/>
              <a:t>flask </a:t>
            </a:r>
            <a:r>
              <a:rPr lang="ru-RU" dirty="0"/>
              <a:t>с </a:t>
            </a:r>
            <a:r>
              <a:rPr lang="ru-RU" dirty="0" err="1"/>
              <a:t>аддонами</a:t>
            </a:r>
            <a:endParaRPr lang="ru-RU" dirty="0"/>
          </a:p>
          <a:p>
            <a:r>
              <a:rPr lang="en-US" dirty="0"/>
              <a:t>requests</a:t>
            </a:r>
          </a:p>
          <a:p>
            <a:r>
              <a:rPr lang="en-US" dirty="0" err="1"/>
              <a:t>DateTime</a:t>
            </a:r>
            <a:endParaRPr lang="en-US" dirty="0"/>
          </a:p>
          <a:p>
            <a:r>
              <a:rPr lang="en-US" dirty="0"/>
              <a:t>waitress</a:t>
            </a:r>
            <a:endParaRPr lang="ru-RU" dirty="0"/>
          </a:p>
          <a:p>
            <a:r>
              <a:rPr lang="en-US" dirty="0" err="1"/>
              <a:t>os</a:t>
            </a:r>
            <a:endParaRPr lang="en-US" dirty="0"/>
          </a:p>
          <a:p>
            <a:r>
              <a:rPr lang="en-US" dirty="0" err="1"/>
              <a:t>dotenv</a:t>
            </a:r>
            <a:endParaRPr lang="en-US" dirty="0"/>
          </a:p>
          <a:p>
            <a:r>
              <a:rPr lang="en-US" dirty="0"/>
              <a:t>secrets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6254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Проект сырой</a:t>
            </a:r>
          </a:p>
          <a:p>
            <a:pPr marL="0" indent="0">
              <a:buNone/>
            </a:pPr>
            <a:r>
              <a:rPr lang="ru-RU" dirty="0"/>
              <a:t>Имеется большой простор для доработки от дизайна и логики сайта до логики сервера, хост на сервере</a:t>
            </a:r>
          </a:p>
        </p:txBody>
      </p:sp>
    </p:spTree>
    <p:extLst>
      <p:ext uri="{BB962C8B-B14F-4D97-AF65-F5344CB8AC3E}">
        <p14:creationId xmlns:p14="http://schemas.microsoft.com/office/powerpoint/2010/main" val="309447738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119</Words>
  <Application>Microsoft Office PowerPoint</Application>
  <PresentationFormat>Широкоэкранный</PresentationFormat>
  <Paragraphs>24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Проект по WEB</vt:lpstr>
      <vt:lpstr>Идея:</vt:lpstr>
      <vt:lpstr>Решает задачи:</vt:lpstr>
      <vt:lpstr>Структура:</vt:lpstr>
      <vt:lpstr>Технологии использовались</vt:lpstr>
      <vt:lpstr>Вывод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Веб-сервис доставки</dc:title>
  <dc:creator>Пользователь</dc:creator>
  <cp:lastModifiedBy>Yandex</cp:lastModifiedBy>
  <cp:revision>4</cp:revision>
  <dcterms:created xsi:type="dcterms:W3CDTF">2026-05-13T22:26:49Z</dcterms:created>
  <dcterms:modified xsi:type="dcterms:W3CDTF">2026-05-14T13:18:25Z</dcterms:modified>
</cp:coreProperties>
</file>